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73" r:id="rId7"/>
    <p:sldId id="275" r:id="rId8"/>
    <p:sldId id="265" r:id="rId9"/>
    <p:sldId id="264" r:id="rId10"/>
    <p:sldId id="277" r:id="rId11"/>
    <p:sldId id="267" r:id="rId12"/>
    <p:sldId id="276" r:id="rId13"/>
    <p:sldId id="258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6E3CE-15C2-4C3E-ADE8-028C585B6C1D}" v="14" dt="2026-09-30T22:11:00.510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80" autoAdjust="0"/>
  </p:normalViewPr>
  <p:slideViewPr>
    <p:cSldViewPr>
      <p:cViewPr>
        <p:scale>
          <a:sx n="66" d="100"/>
          <a:sy n="66" d="100"/>
        </p:scale>
        <p:origin x="1330" y="30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a Chen" userId="83d1606c11cae9c5" providerId="LiveId" clId="{1E38A695-5A65-4FF7-A9FA-5C53C724FC2D}"/>
    <pc:docChg chg="undo custSel addSld delSld modSld sldOrd">
      <pc:chgData name="Angela Chen" userId="83d1606c11cae9c5" providerId="LiveId" clId="{1E38A695-5A65-4FF7-A9FA-5C53C724FC2D}" dt="2026-09-30T22:11:00.509" v="1909"/>
      <pc:docMkLst>
        <pc:docMk/>
      </pc:docMkLst>
      <pc:sldChg chg="modSp mod">
        <pc:chgData name="Angela Chen" userId="83d1606c11cae9c5" providerId="LiveId" clId="{1E38A695-5A65-4FF7-A9FA-5C53C724FC2D}" dt="2026-09-30T19:55:24.508" v="116" actId="20577"/>
        <pc:sldMkLst>
          <pc:docMk/>
          <pc:sldMk cId="3198176989" sldId="257"/>
        </pc:sldMkLst>
        <pc:spChg chg="mod">
          <ac:chgData name="Angela Chen" userId="83d1606c11cae9c5" providerId="LiveId" clId="{1E38A695-5A65-4FF7-A9FA-5C53C724FC2D}" dt="2026-09-30T19:55:10.313" v="99" actId="20577"/>
          <ac:spMkLst>
            <pc:docMk/>
            <pc:sldMk cId="3198176989" sldId="257"/>
            <ac:spMk id="2" creationId="{00000000-0000-0000-0000-000000000000}"/>
          </ac:spMkLst>
        </pc:spChg>
        <pc:spChg chg="mod">
          <ac:chgData name="Angela Chen" userId="83d1606c11cae9c5" providerId="LiveId" clId="{1E38A695-5A65-4FF7-A9FA-5C53C724FC2D}" dt="2026-09-30T19:55:24.508" v="116" actId="20577"/>
          <ac:spMkLst>
            <pc:docMk/>
            <pc:sldMk cId="3198176989" sldId="257"/>
            <ac:spMk id="3" creationId="{00000000-0000-0000-0000-000000000000}"/>
          </ac:spMkLst>
        </pc:spChg>
      </pc:sldChg>
      <pc:sldChg chg="delSp modSp mod ord">
        <pc:chgData name="Angela Chen" userId="83d1606c11cae9c5" providerId="LiveId" clId="{1E38A695-5A65-4FF7-A9FA-5C53C724FC2D}" dt="2026-09-30T21:27:00.076" v="1542"/>
        <pc:sldMkLst>
          <pc:docMk/>
          <pc:sldMk cId="3731768266" sldId="258"/>
        </pc:sldMkLst>
        <pc:spChg chg="mod">
          <ac:chgData name="Angela Chen" userId="83d1606c11cae9c5" providerId="LiveId" clId="{1E38A695-5A65-4FF7-A9FA-5C53C724FC2D}" dt="2026-09-30T21:26:49.369" v="1539" actId="20577"/>
          <ac:spMkLst>
            <pc:docMk/>
            <pc:sldMk cId="3731768266" sldId="258"/>
            <ac:spMk id="2" creationId="{00000000-0000-0000-0000-000000000000}"/>
          </ac:spMkLst>
        </pc:spChg>
        <pc:spChg chg="del">
          <ac:chgData name="Angela Chen" userId="83d1606c11cae9c5" providerId="LiveId" clId="{1E38A695-5A65-4FF7-A9FA-5C53C724FC2D}" dt="2026-09-30T21:26:53.253" v="1540" actId="478"/>
          <ac:spMkLst>
            <pc:docMk/>
            <pc:sldMk cId="3731768266" sldId="258"/>
            <ac:spMk id="3" creationId="{00000000-0000-0000-0000-000000000000}"/>
          </ac:spMkLst>
        </pc:spChg>
      </pc:sldChg>
      <pc:sldChg chg="del">
        <pc:chgData name="Angela Chen" userId="83d1606c11cae9c5" providerId="LiveId" clId="{1E38A695-5A65-4FF7-A9FA-5C53C724FC2D}" dt="2026-09-30T21:27:18.429" v="1543" actId="2696"/>
        <pc:sldMkLst>
          <pc:docMk/>
          <pc:sldMk cId="2769088315" sldId="262"/>
        </pc:sldMkLst>
      </pc:sldChg>
      <pc:sldChg chg="addSp modSp mod ord">
        <pc:chgData name="Angela Chen" userId="83d1606c11cae9c5" providerId="LiveId" clId="{1E38A695-5A65-4FF7-A9FA-5C53C724FC2D}" dt="2026-09-30T21:05:59.470" v="1298" actId="20577"/>
        <pc:sldMkLst>
          <pc:docMk/>
          <pc:sldMk cId="2378379680" sldId="264"/>
        </pc:sldMkLst>
        <pc:spChg chg="mod">
          <ac:chgData name="Angela Chen" userId="83d1606c11cae9c5" providerId="LiveId" clId="{1E38A695-5A65-4FF7-A9FA-5C53C724FC2D}" dt="2026-09-30T21:05:59.470" v="1298" actId="20577"/>
          <ac:spMkLst>
            <pc:docMk/>
            <pc:sldMk cId="2378379680" sldId="264"/>
            <ac:spMk id="2" creationId="{00000000-0000-0000-0000-000000000000}"/>
          </ac:spMkLst>
        </pc:spChg>
        <pc:picChg chg="add mod">
          <ac:chgData name="Angela Chen" userId="83d1606c11cae9c5" providerId="LiveId" clId="{1E38A695-5A65-4FF7-A9FA-5C53C724FC2D}" dt="2026-09-30T21:05:48.454" v="1269" actId="1076"/>
          <ac:picMkLst>
            <pc:docMk/>
            <pc:sldMk cId="2378379680" sldId="264"/>
            <ac:picMk id="4" creationId="{BD2C7C1C-9F13-6A60-6F7B-E56C555D5267}"/>
          </ac:picMkLst>
        </pc:picChg>
      </pc:sldChg>
      <pc:sldChg chg="addSp delSp modSp mod">
        <pc:chgData name="Angela Chen" userId="83d1606c11cae9c5" providerId="LiveId" clId="{1E38A695-5A65-4FF7-A9FA-5C53C724FC2D}" dt="2026-09-30T20:43:42.775" v="1263" actId="20577"/>
        <pc:sldMkLst>
          <pc:docMk/>
          <pc:sldMk cId="1585674921" sldId="265"/>
        </pc:sldMkLst>
        <pc:spChg chg="mod">
          <ac:chgData name="Angela Chen" userId="83d1606c11cae9c5" providerId="LiveId" clId="{1E38A695-5A65-4FF7-A9FA-5C53C724FC2D}" dt="2026-09-30T20:43:42.775" v="1263" actId="20577"/>
          <ac:spMkLst>
            <pc:docMk/>
            <pc:sldMk cId="1585674921" sldId="265"/>
            <ac:spMk id="2" creationId="{00000000-0000-0000-0000-000000000000}"/>
          </ac:spMkLst>
        </pc:spChg>
        <pc:spChg chg="add del mod">
          <ac:chgData name="Angela Chen" userId="83d1606c11cae9c5" providerId="LiveId" clId="{1E38A695-5A65-4FF7-A9FA-5C53C724FC2D}" dt="2026-09-30T20:37:12.109" v="1223" actId="478"/>
          <ac:spMkLst>
            <pc:docMk/>
            <pc:sldMk cId="1585674921" sldId="265"/>
            <ac:spMk id="4" creationId="{B221488B-C9F1-839F-4877-1D3A384B9534}"/>
          </ac:spMkLst>
        </pc:spChg>
        <pc:graphicFrameChg chg="del">
          <ac:chgData name="Angela Chen" userId="83d1606c11cae9c5" providerId="LiveId" clId="{1E38A695-5A65-4FF7-A9FA-5C53C724FC2D}" dt="2026-09-30T20:37:06.136" v="1222" actId="478"/>
          <ac:graphicFrameMkLst>
            <pc:docMk/>
            <pc:sldMk cId="1585674921" sldId="265"/>
            <ac:graphicFrameMk id="6" creationId="{00000000-0000-0000-0000-000000000000}"/>
          </ac:graphicFrameMkLst>
        </pc:graphicFrameChg>
        <pc:picChg chg="add mod">
          <ac:chgData name="Angela Chen" userId="83d1606c11cae9c5" providerId="LiveId" clId="{1E38A695-5A65-4FF7-A9FA-5C53C724FC2D}" dt="2026-09-30T20:37:30.655" v="1227" actId="1076"/>
          <ac:picMkLst>
            <pc:docMk/>
            <pc:sldMk cId="1585674921" sldId="265"/>
            <ac:picMk id="7" creationId="{276008F7-840F-5BB4-4092-DBDAA931EC31}"/>
          </ac:picMkLst>
        </pc:picChg>
        <pc:picChg chg="add mod">
          <ac:chgData name="Angela Chen" userId="83d1606c11cae9c5" providerId="LiveId" clId="{1E38A695-5A65-4FF7-A9FA-5C53C724FC2D}" dt="2026-09-30T20:38:26.256" v="1233" actId="1076"/>
          <ac:picMkLst>
            <pc:docMk/>
            <pc:sldMk cId="1585674921" sldId="265"/>
            <ac:picMk id="9" creationId="{D2C35B78-7AD7-FCD0-36B7-E35EF66144CB}"/>
          </ac:picMkLst>
        </pc:picChg>
      </pc:sldChg>
      <pc:sldChg chg="addSp delSp modSp mod">
        <pc:chgData name="Angela Chen" userId="83d1606c11cae9c5" providerId="LiveId" clId="{1E38A695-5A65-4FF7-A9FA-5C53C724FC2D}" dt="2026-09-30T21:30:25.533" v="1629" actId="1076"/>
        <pc:sldMkLst>
          <pc:docMk/>
          <pc:sldMk cId="942682045" sldId="267"/>
        </pc:sldMkLst>
        <pc:spChg chg="mod">
          <ac:chgData name="Angela Chen" userId="83d1606c11cae9c5" providerId="LiveId" clId="{1E38A695-5A65-4FF7-A9FA-5C53C724FC2D}" dt="2026-09-30T21:28:41.991" v="1591" actId="20577"/>
          <ac:spMkLst>
            <pc:docMk/>
            <pc:sldMk cId="942682045" sldId="267"/>
            <ac:spMk id="2" creationId="{00000000-0000-0000-0000-000000000000}"/>
          </ac:spMkLst>
        </pc:spChg>
        <pc:spChg chg="mod">
          <ac:chgData name="Angela Chen" userId="83d1606c11cae9c5" providerId="LiveId" clId="{1E38A695-5A65-4FF7-A9FA-5C53C724FC2D}" dt="2026-09-30T21:29:03.143" v="1605" actId="20577"/>
          <ac:spMkLst>
            <pc:docMk/>
            <pc:sldMk cId="942682045" sldId="267"/>
            <ac:spMk id="3" creationId="{00000000-0000-0000-0000-000000000000}"/>
          </ac:spMkLst>
        </pc:spChg>
        <pc:spChg chg="del">
          <ac:chgData name="Angela Chen" userId="83d1606c11cae9c5" providerId="LiveId" clId="{1E38A695-5A65-4FF7-A9FA-5C53C724FC2D}" dt="2026-09-30T21:29:24.540" v="1617"/>
          <ac:spMkLst>
            <pc:docMk/>
            <pc:sldMk cId="942682045" sldId="267"/>
            <ac:spMk id="4" creationId="{00000000-0000-0000-0000-000000000000}"/>
          </ac:spMkLst>
        </pc:spChg>
        <pc:spChg chg="mod">
          <ac:chgData name="Angela Chen" userId="83d1606c11cae9c5" providerId="LiveId" clId="{1E38A695-5A65-4FF7-A9FA-5C53C724FC2D}" dt="2026-09-30T21:29:15.606" v="1615" actId="20577"/>
          <ac:spMkLst>
            <pc:docMk/>
            <pc:sldMk cId="942682045" sldId="267"/>
            <ac:spMk id="5" creationId="{00000000-0000-0000-0000-000000000000}"/>
          </ac:spMkLst>
        </pc:spChg>
        <pc:spChg chg="del">
          <ac:chgData name="Angela Chen" userId="83d1606c11cae9c5" providerId="LiveId" clId="{1E38A695-5A65-4FF7-A9FA-5C53C724FC2D}" dt="2026-09-30T21:30:16.562" v="1627"/>
          <ac:spMkLst>
            <pc:docMk/>
            <pc:sldMk cId="942682045" sldId="267"/>
            <ac:spMk id="6" creationId="{00000000-0000-0000-0000-000000000000}"/>
          </ac:spMkLst>
        </pc:spChg>
        <pc:picChg chg="add mod ord">
          <ac:chgData name="Angela Chen" userId="83d1606c11cae9c5" providerId="LiveId" clId="{1E38A695-5A65-4FF7-A9FA-5C53C724FC2D}" dt="2026-09-30T21:30:03.933" v="1625" actId="14100"/>
          <ac:picMkLst>
            <pc:docMk/>
            <pc:sldMk cId="942682045" sldId="267"/>
            <ac:picMk id="8" creationId="{9130E495-6745-4216-3A0F-093C8DB61CA6}"/>
          </ac:picMkLst>
        </pc:picChg>
        <pc:picChg chg="add mod ord">
          <ac:chgData name="Angela Chen" userId="83d1606c11cae9c5" providerId="LiveId" clId="{1E38A695-5A65-4FF7-A9FA-5C53C724FC2D}" dt="2026-09-30T21:30:25.533" v="1629" actId="1076"/>
          <ac:picMkLst>
            <pc:docMk/>
            <pc:sldMk cId="942682045" sldId="267"/>
            <ac:picMk id="10" creationId="{072C511C-DAA5-D117-B234-70739565CB40}"/>
          </ac:picMkLst>
        </pc:picChg>
      </pc:sldChg>
      <pc:sldChg chg="del">
        <pc:chgData name="Angela Chen" userId="83d1606c11cae9c5" providerId="LiveId" clId="{1E38A695-5A65-4FF7-A9FA-5C53C724FC2D}" dt="2026-09-30T21:26:32.877" v="1526" actId="2696"/>
        <pc:sldMkLst>
          <pc:docMk/>
          <pc:sldMk cId="805031522" sldId="269"/>
        </pc:sldMkLst>
      </pc:sldChg>
      <pc:sldChg chg="addSp modSp mod">
        <pc:chgData name="Angela Chen" userId="83d1606c11cae9c5" providerId="LiveId" clId="{1E38A695-5A65-4FF7-A9FA-5C53C724FC2D}" dt="2026-09-30T20:17:28.387" v="873" actId="20577"/>
        <pc:sldMkLst>
          <pc:docMk/>
          <pc:sldMk cId="1270821595" sldId="272"/>
        </pc:sldMkLst>
        <pc:spChg chg="mod">
          <ac:chgData name="Angela Chen" userId="83d1606c11cae9c5" providerId="LiveId" clId="{1E38A695-5A65-4FF7-A9FA-5C53C724FC2D}" dt="2026-09-30T19:59:26.779" v="168" actId="20577"/>
          <ac:spMkLst>
            <pc:docMk/>
            <pc:sldMk cId="1270821595" sldId="272"/>
            <ac:spMk id="13" creationId="{00000000-0000-0000-0000-000000000000}"/>
          </ac:spMkLst>
        </pc:spChg>
        <pc:spChg chg="mod">
          <ac:chgData name="Angela Chen" userId="83d1606c11cae9c5" providerId="LiveId" clId="{1E38A695-5A65-4FF7-A9FA-5C53C724FC2D}" dt="2026-09-30T20:17:28.387" v="873" actId="20577"/>
          <ac:spMkLst>
            <pc:docMk/>
            <pc:sldMk cId="1270821595" sldId="272"/>
            <ac:spMk id="14" creationId="{00000000-0000-0000-0000-000000000000}"/>
          </ac:spMkLst>
        </pc:spChg>
        <pc:picChg chg="add mod">
          <ac:chgData name="Angela Chen" userId="83d1606c11cae9c5" providerId="LiveId" clId="{1E38A695-5A65-4FF7-A9FA-5C53C724FC2D}" dt="2026-09-30T19:59:10.513" v="156" actId="1076"/>
          <ac:picMkLst>
            <pc:docMk/>
            <pc:sldMk cId="1270821595" sldId="272"/>
            <ac:picMk id="2" creationId="{821DB27B-0D7A-01B8-D4F9-72D25EDEB847}"/>
          </ac:picMkLst>
        </pc:picChg>
      </pc:sldChg>
      <pc:sldChg chg="addSp delSp modSp mod ord">
        <pc:chgData name="Angela Chen" userId="83d1606c11cae9c5" providerId="LiveId" clId="{1E38A695-5A65-4FF7-A9FA-5C53C724FC2D}" dt="2026-09-30T20:11:50.124" v="527" actId="1076"/>
        <pc:sldMkLst>
          <pc:docMk/>
          <pc:sldMk cId="323130178" sldId="273"/>
        </pc:sldMkLst>
        <pc:spChg chg="mod">
          <ac:chgData name="Angela Chen" userId="83d1606c11cae9c5" providerId="LiveId" clId="{1E38A695-5A65-4FF7-A9FA-5C53C724FC2D}" dt="2026-09-30T20:02:12.534" v="215" actId="20577"/>
          <ac:spMkLst>
            <pc:docMk/>
            <pc:sldMk cId="323130178" sldId="273"/>
            <ac:spMk id="2" creationId="{00000000-0000-0000-0000-000000000000}"/>
          </ac:spMkLst>
        </pc:spChg>
        <pc:spChg chg="add del mod">
          <ac:chgData name="Angela Chen" userId="83d1606c11cae9c5" providerId="LiveId" clId="{1E38A695-5A65-4FF7-A9FA-5C53C724FC2D}" dt="2026-09-30T20:11:37.624" v="523"/>
          <ac:spMkLst>
            <pc:docMk/>
            <pc:sldMk cId="323130178" sldId="273"/>
            <ac:spMk id="4" creationId="{1E754B92-7117-1FA9-422F-35C9CA4F0BFD}"/>
          </ac:spMkLst>
        </pc:spChg>
        <pc:spChg chg="mod">
          <ac:chgData name="Angela Chen" userId="83d1606c11cae9c5" providerId="LiveId" clId="{1E38A695-5A65-4FF7-A9FA-5C53C724FC2D}" dt="2026-09-30T20:09:48.819" v="519" actId="20577"/>
          <ac:spMkLst>
            <pc:docMk/>
            <pc:sldMk cId="323130178" sldId="273"/>
            <ac:spMk id="5" creationId="{00000000-0000-0000-0000-000000000000}"/>
          </ac:spMkLst>
        </pc:spChg>
        <pc:graphicFrameChg chg="del mod modGraphic">
          <ac:chgData name="Angela Chen" userId="83d1606c11cae9c5" providerId="LiveId" clId="{1E38A695-5A65-4FF7-A9FA-5C53C724FC2D}" dt="2026-09-30T20:11:26.156" v="521" actId="478"/>
          <ac:graphicFrameMkLst>
            <pc:docMk/>
            <pc:sldMk cId="323130178" sldId="273"/>
            <ac:graphicFrameMk id="6" creationId="{00000000-0000-0000-0000-000000000000}"/>
          </ac:graphicFrameMkLst>
        </pc:graphicFrameChg>
        <pc:picChg chg="add mod ord">
          <ac:chgData name="Angela Chen" userId="83d1606c11cae9c5" providerId="LiveId" clId="{1E38A695-5A65-4FF7-A9FA-5C53C724FC2D}" dt="2026-09-30T20:11:50.124" v="527" actId="1076"/>
          <ac:picMkLst>
            <pc:docMk/>
            <pc:sldMk cId="323130178" sldId="273"/>
            <ac:picMk id="8" creationId="{9A40FCC8-2BBF-26A2-BEBB-25F0785B8B24}"/>
          </ac:picMkLst>
        </pc:picChg>
      </pc:sldChg>
      <pc:sldChg chg="addSp delSp modSp mod ord">
        <pc:chgData name="Angela Chen" userId="83d1606c11cae9c5" providerId="LiveId" clId="{1E38A695-5A65-4FF7-A9FA-5C53C724FC2D}" dt="2026-09-30T20:29:17.904" v="1221" actId="1076"/>
        <pc:sldMkLst>
          <pc:docMk/>
          <pc:sldMk cId="1547476530" sldId="275"/>
        </pc:sldMkLst>
        <pc:spChg chg="mod">
          <ac:chgData name="Angela Chen" userId="83d1606c11cae9c5" providerId="LiveId" clId="{1E38A695-5A65-4FF7-A9FA-5C53C724FC2D}" dt="2026-09-30T20:21:14.773" v="890" actId="20577"/>
          <ac:spMkLst>
            <pc:docMk/>
            <pc:sldMk cId="1547476530" sldId="275"/>
            <ac:spMk id="2" creationId="{00000000-0000-0000-0000-000000000000}"/>
          </ac:spMkLst>
        </pc:spChg>
        <pc:spChg chg="mod">
          <ac:chgData name="Angela Chen" userId="83d1606c11cae9c5" providerId="LiveId" clId="{1E38A695-5A65-4FF7-A9FA-5C53C724FC2D}" dt="2026-09-30T20:28:24.875" v="1210" actId="20577"/>
          <ac:spMkLst>
            <pc:docMk/>
            <pc:sldMk cId="1547476530" sldId="275"/>
            <ac:spMk id="5" creationId="{00000000-0000-0000-0000-000000000000}"/>
          </ac:spMkLst>
        </pc:spChg>
        <pc:spChg chg="add del mod">
          <ac:chgData name="Angela Chen" userId="83d1606c11cae9c5" providerId="LiveId" clId="{1E38A695-5A65-4FF7-A9FA-5C53C724FC2D}" dt="2026-09-30T20:21:58.385" v="897" actId="478"/>
          <ac:spMkLst>
            <pc:docMk/>
            <pc:sldMk cId="1547476530" sldId="275"/>
            <ac:spMk id="6" creationId="{28708555-0B16-A12E-75FE-076A2F749658}"/>
          </ac:spMkLst>
        </pc:spChg>
        <pc:graphicFrameChg chg="del mod">
          <ac:chgData name="Angela Chen" userId="83d1606c11cae9c5" providerId="LiveId" clId="{1E38A695-5A65-4FF7-A9FA-5C53C724FC2D}" dt="2026-09-30T20:21:51.628" v="896" actId="478"/>
          <ac:graphicFrameMkLst>
            <pc:docMk/>
            <pc:sldMk cId="1547476530" sldId="275"/>
            <ac:graphicFrameMk id="4" creationId="{00000000-0000-0000-0000-000000000000}"/>
          </ac:graphicFrameMkLst>
        </pc:graphicFrameChg>
        <pc:picChg chg="add mod">
          <ac:chgData name="Angela Chen" userId="83d1606c11cae9c5" providerId="LiveId" clId="{1E38A695-5A65-4FF7-A9FA-5C53C724FC2D}" dt="2026-09-30T20:23:40.203" v="966" actId="1076"/>
          <ac:picMkLst>
            <pc:docMk/>
            <pc:sldMk cId="1547476530" sldId="275"/>
            <ac:picMk id="8" creationId="{35290816-7111-4D03-223B-996277CD6AE4}"/>
          </ac:picMkLst>
        </pc:picChg>
        <pc:picChg chg="add mod">
          <ac:chgData name="Angela Chen" userId="83d1606c11cae9c5" providerId="LiveId" clId="{1E38A695-5A65-4FF7-A9FA-5C53C724FC2D}" dt="2026-09-30T20:28:49.497" v="1214" actId="1076"/>
          <ac:picMkLst>
            <pc:docMk/>
            <pc:sldMk cId="1547476530" sldId="275"/>
            <ac:picMk id="10" creationId="{5E8295CE-73B7-51D1-7ED0-AF0B14AA5E5F}"/>
          </ac:picMkLst>
        </pc:picChg>
        <pc:picChg chg="add mod">
          <ac:chgData name="Angela Chen" userId="83d1606c11cae9c5" providerId="LiveId" clId="{1E38A695-5A65-4FF7-A9FA-5C53C724FC2D}" dt="2026-09-30T20:29:04.694" v="1218" actId="1076"/>
          <ac:picMkLst>
            <pc:docMk/>
            <pc:sldMk cId="1547476530" sldId="275"/>
            <ac:picMk id="12" creationId="{52A26AB9-2B16-4252-00A3-7B5F4F34BEE2}"/>
          </ac:picMkLst>
        </pc:picChg>
        <pc:picChg chg="add mod">
          <ac:chgData name="Angela Chen" userId="83d1606c11cae9c5" providerId="LiveId" clId="{1E38A695-5A65-4FF7-A9FA-5C53C724FC2D}" dt="2026-09-30T20:29:17.904" v="1221" actId="1076"/>
          <ac:picMkLst>
            <pc:docMk/>
            <pc:sldMk cId="1547476530" sldId="275"/>
            <ac:picMk id="14" creationId="{90A96B5C-1C12-FDAE-75BF-311CB5BF7386}"/>
          </ac:picMkLst>
        </pc:picChg>
      </pc:sldChg>
      <pc:sldChg chg="delSp modSp mod">
        <pc:chgData name="Angela Chen" userId="83d1606c11cae9c5" providerId="LiveId" clId="{1E38A695-5A65-4FF7-A9FA-5C53C724FC2D}" dt="2026-09-30T22:11:00.509" v="1909"/>
        <pc:sldMkLst>
          <pc:docMk/>
          <pc:sldMk cId="136534381" sldId="276"/>
        </pc:sldMkLst>
        <pc:spChg chg="mod">
          <ac:chgData name="Angela Chen" userId="83d1606c11cae9c5" providerId="LiveId" clId="{1E38A695-5A65-4FF7-A9FA-5C53C724FC2D}" dt="2026-09-30T21:48:11.567" v="1640" actId="20577"/>
          <ac:spMkLst>
            <pc:docMk/>
            <pc:sldMk cId="136534381" sldId="276"/>
            <ac:spMk id="2" creationId="{00000000-0000-0000-0000-000000000000}"/>
          </ac:spMkLst>
        </pc:spChg>
        <pc:spChg chg="mod">
          <ac:chgData name="Angela Chen" userId="83d1606c11cae9c5" providerId="LiveId" clId="{1E38A695-5A65-4FF7-A9FA-5C53C724FC2D}" dt="2026-09-30T22:11:00.509" v="1909"/>
          <ac:spMkLst>
            <pc:docMk/>
            <pc:sldMk cId="136534381" sldId="276"/>
            <ac:spMk id="3" creationId="{00000000-0000-0000-0000-000000000000}"/>
          </ac:spMkLst>
        </pc:spChg>
        <pc:spChg chg="del">
          <ac:chgData name="Angela Chen" userId="83d1606c11cae9c5" providerId="LiveId" clId="{1E38A695-5A65-4FF7-A9FA-5C53C724FC2D}" dt="2026-09-30T21:48:15.288" v="1641" actId="478"/>
          <ac:spMkLst>
            <pc:docMk/>
            <pc:sldMk cId="136534381" sldId="276"/>
            <ac:spMk id="4" creationId="{00000000-0000-0000-0000-000000000000}"/>
          </ac:spMkLst>
        </pc:spChg>
      </pc:sldChg>
      <pc:sldChg chg="addSp delSp modSp add mod">
        <pc:chgData name="Angela Chen" userId="83d1606c11cae9c5" providerId="LiveId" clId="{1E38A695-5A65-4FF7-A9FA-5C53C724FC2D}" dt="2026-09-30T21:26:20.776" v="1525" actId="14100"/>
        <pc:sldMkLst>
          <pc:docMk/>
          <pc:sldMk cId="1610380449" sldId="277"/>
        </pc:sldMkLst>
        <pc:spChg chg="mod">
          <ac:chgData name="Angela Chen" userId="83d1606c11cae9c5" providerId="LiveId" clId="{1E38A695-5A65-4FF7-A9FA-5C53C724FC2D}" dt="2026-09-30T21:08:42.462" v="1347" actId="20577"/>
          <ac:spMkLst>
            <pc:docMk/>
            <pc:sldMk cId="1610380449" sldId="277"/>
            <ac:spMk id="2" creationId="{69A718A3-6F71-6FCF-36EA-283C61E5AD1B}"/>
          </ac:spMkLst>
        </pc:spChg>
        <pc:spChg chg="mod">
          <ac:chgData name="Angela Chen" userId="83d1606c11cae9c5" providerId="LiveId" clId="{1E38A695-5A65-4FF7-A9FA-5C53C724FC2D}" dt="2026-09-30T21:14:05.656" v="1524" actId="20577"/>
          <ac:spMkLst>
            <pc:docMk/>
            <pc:sldMk cId="1610380449" sldId="277"/>
            <ac:spMk id="5" creationId="{23CDAE86-C2F1-E5B2-1AAA-89F92D5C7C04}"/>
          </ac:spMkLst>
        </pc:spChg>
        <pc:spChg chg="add del mod">
          <ac:chgData name="Angela Chen" userId="83d1606c11cae9c5" providerId="LiveId" clId="{1E38A695-5A65-4FF7-A9FA-5C53C724FC2D}" dt="2026-09-30T21:07:24.246" v="1303" actId="478"/>
          <ac:spMkLst>
            <pc:docMk/>
            <pc:sldMk cId="1610380449" sldId="277"/>
            <ac:spMk id="8" creationId="{B4CEA520-411A-5BFC-3731-2B1A3EF2539A}"/>
          </ac:spMkLst>
        </pc:spChg>
        <pc:graphicFrameChg chg="del">
          <ac:chgData name="Angela Chen" userId="83d1606c11cae9c5" providerId="LiveId" clId="{1E38A695-5A65-4FF7-A9FA-5C53C724FC2D}" dt="2026-09-30T21:07:17.066" v="1301" actId="478"/>
          <ac:graphicFrameMkLst>
            <pc:docMk/>
            <pc:sldMk cId="1610380449" sldId="277"/>
            <ac:graphicFrameMk id="6" creationId="{FFC29BC1-9983-4D99-927C-4E6A681CBAE5}"/>
          </ac:graphicFrameMkLst>
        </pc:graphicFrameChg>
        <pc:picChg chg="add mod">
          <ac:chgData name="Angela Chen" userId="83d1606c11cae9c5" providerId="LiveId" clId="{1E38A695-5A65-4FF7-A9FA-5C53C724FC2D}" dt="2026-09-30T21:26:20.776" v="1525" actId="14100"/>
          <ac:picMkLst>
            <pc:docMk/>
            <pc:sldMk cId="1610380449" sldId="277"/>
            <ac:picMk id="4" creationId="{5205E56B-089D-D442-D109-CF2882E7A78A}"/>
          </ac:picMkLst>
        </pc:picChg>
        <pc:picChg chg="add mod">
          <ac:chgData name="Angela Chen" userId="83d1606c11cae9c5" providerId="LiveId" clId="{1E38A695-5A65-4FF7-A9FA-5C53C724FC2D}" dt="2026-09-30T21:08:17.476" v="1313" actId="1076"/>
          <ac:picMkLst>
            <pc:docMk/>
            <pc:sldMk cId="1610380449" sldId="277"/>
            <ac:picMk id="10" creationId="{8E87C9D2-D038-0DD7-DA43-866634926FE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9/30/2026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9/30/2026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1351F-DBB1-4664-ADA9-83BC7CB884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chive.ics.uci.edu/dataset/519/heart+failure+clinical+records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reference/api/pandas.DataFrame.plot.box.html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2362200"/>
            <a:ext cx="8458200" cy="1828800"/>
          </a:xfrm>
        </p:spPr>
        <p:txBody>
          <a:bodyPr/>
          <a:lstStyle/>
          <a:p>
            <a:pPr algn="ctr"/>
            <a:r>
              <a:rPr lang="en-US" dirty="0"/>
              <a:t>Heart Failure Clinical Records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Angela Chen</a:t>
            </a:r>
          </a:p>
          <a:p>
            <a:r>
              <a:rPr lang="en-US" dirty="0"/>
              <a:t>Data Analytics</a:t>
            </a:r>
          </a:p>
          <a:p>
            <a:r>
              <a:rPr lang="en-US" dirty="0"/>
              <a:t>9/2026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Question: How are certain clinical characteristics associated with death among patients with heart failure?</a:t>
            </a:r>
          </a:p>
          <a:p>
            <a:r>
              <a:rPr lang="en-US" dirty="0"/>
              <a:t>Interested in medical research</a:t>
            </a:r>
          </a:p>
          <a:p>
            <a:r>
              <a:rPr lang="en-US" dirty="0"/>
              <a:t>It is important to understand what contributes to increased possibility of heart failure.</a:t>
            </a:r>
          </a:p>
        </p:txBody>
      </p:sp>
      <p:pic>
        <p:nvPicPr>
          <p:cNvPr id="2" name="Picture 1" descr="What is Congestive Heart Failure and How is it Treated? - CVRTI">
            <a:extLst>
              <a:ext uri="{FF2B5EF4-FFF2-40B4-BE49-F238E27FC236}">
                <a16:creationId xmlns:a16="http://schemas.microsoft.com/office/drawing/2014/main" id="{821DB27B-0D7A-01B8-D4F9-72D25EDEB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212" y="3588774"/>
            <a:ext cx="5658352" cy="31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Heart Failure Clinical Records - UCI Machine Learning Repository</a:t>
            </a:r>
            <a:endParaRPr lang="en-US" dirty="0"/>
          </a:p>
          <a:p>
            <a:r>
              <a:rPr lang="en-US" dirty="0"/>
              <a:t>Patient Records from 2020</a:t>
            </a:r>
          </a:p>
          <a:p>
            <a:r>
              <a:rPr lang="en-US" dirty="0"/>
              <a:t>There are 299 rows and 13 columns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40FCC8-2BBF-26A2-BEBB-25F0785B8B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12" y="4109720"/>
            <a:ext cx="620935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Inspected data with </a:t>
            </a:r>
            <a:r>
              <a:rPr lang="en-US" dirty="0" err="1"/>
              <a:t>df.head</a:t>
            </a:r>
            <a:r>
              <a:rPr lang="en-US" dirty="0"/>
              <a:t>(), </a:t>
            </a:r>
            <a:r>
              <a:rPr lang="en-US" dirty="0" err="1"/>
              <a:t>df.tail</a:t>
            </a:r>
            <a:r>
              <a:rPr lang="en-US" dirty="0"/>
              <a:t>(), </a:t>
            </a:r>
            <a:r>
              <a:rPr lang="en-US" dirty="0" err="1"/>
              <a:t>df.columns</a:t>
            </a:r>
            <a:r>
              <a:rPr lang="en-US" dirty="0"/>
              <a:t>, </a:t>
            </a:r>
            <a:r>
              <a:rPr lang="en-US" dirty="0" err="1"/>
              <a:t>df.shape</a:t>
            </a:r>
            <a:r>
              <a:rPr lang="en-US" dirty="0"/>
              <a:t>, </a:t>
            </a:r>
            <a:r>
              <a:rPr lang="en-US" dirty="0" err="1"/>
              <a:t>df.index</a:t>
            </a:r>
            <a:r>
              <a:rPr lang="en-US" dirty="0"/>
              <a:t>, df.info(), </a:t>
            </a:r>
            <a:r>
              <a:rPr lang="en-US" dirty="0" err="1"/>
              <a:t>df.describe</a:t>
            </a:r>
            <a:r>
              <a:rPr lang="en-US" dirty="0"/>
              <a:t>(), </a:t>
            </a:r>
            <a:r>
              <a:rPr lang="en-US" dirty="0" err="1"/>
              <a:t>dtypes</a:t>
            </a:r>
            <a:r>
              <a:rPr lang="en-US" dirty="0"/>
              <a:t>, count</a:t>
            </a:r>
          </a:p>
          <a:p>
            <a:r>
              <a:rPr lang="en-US" dirty="0"/>
              <a:t>Searched for null values</a:t>
            </a:r>
          </a:p>
          <a:p>
            <a:r>
              <a:rPr lang="en-US" dirty="0"/>
              <a:t>Renaming Columns</a:t>
            </a:r>
          </a:p>
          <a:p>
            <a:r>
              <a:rPr lang="en-US" dirty="0"/>
              <a:t>Converted binary values</a:t>
            </a:r>
          </a:p>
          <a:p>
            <a:r>
              <a:rPr lang="en-US" dirty="0"/>
              <a:t>Created age groups</a:t>
            </a:r>
          </a:p>
          <a:p>
            <a:r>
              <a:rPr lang="en-US" dirty="0"/>
              <a:t>Used box plot, histogram, and bar plot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90816-7111-4D03-223B-996277CD6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12" y="381000"/>
            <a:ext cx="4557155" cy="1524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8295CE-73B7-51D1-7ED0-AF0B14AA5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12" y="6172200"/>
            <a:ext cx="9514031" cy="4562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A26AB9-2B16-4252-00A3-7B5F4F34B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029" y="4114800"/>
            <a:ext cx="5776865" cy="13411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A96B5C-1C12-FDAE-75BF-311CB5BF7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889" y="2743200"/>
            <a:ext cx="8344623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7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Ejection Fraction by Mortality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008F7-840F-5BB4-4092-DBDAA931E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2133600"/>
            <a:ext cx="5955341" cy="4237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C35B78-7AD7-FCD0-36B7-E35EF6614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1910462"/>
            <a:ext cx="5248723" cy="30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Serum Creatinine Box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C7C1C-9F13-6A60-6F7B-E56C555D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12" y="1676400"/>
            <a:ext cx="7178662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D19E-113C-8F3B-3B0C-9BBDEAA3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18A3-6F71-6FCF-36EA-283C61E5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Age by Mortality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DAE86-C2F1-E5B2-1AAA-89F92D5C7C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  <a:p>
            <a:r>
              <a:rPr lang="en-US" dirty="0"/>
              <a:t>A lot of survivors ages mid 60s and younger</a:t>
            </a:r>
          </a:p>
          <a:p>
            <a:r>
              <a:rPr lang="en-US" dirty="0"/>
              <a:t>More spread out for death</a:t>
            </a:r>
          </a:p>
          <a:p>
            <a:pPr marL="0" indent="0">
              <a:buNone/>
            </a:pPr>
            <a:r>
              <a:rPr lang="en-US" dirty="0"/>
              <a:t>event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5E56B-089D-D442-D109-CF2882E7A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336" y="2591453"/>
            <a:ext cx="6271676" cy="4007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87C9D2-D038-0DD7-DA43-866634926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00" y="4495800"/>
            <a:ext cx="5061752" cy="113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80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Mortality Rate by Age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Mortality Rate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30E495-6745-4216-3A0F-093C8DB61C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95" y="2667000"/>
            <a:ext cx="5661560" cy="1752601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Bar Plot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72C511C-DAA5-D117-B234-70739565CB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754" y="2350280"/>
            <a:ext cx="5360650" cy="393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8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Results were as expected</a:t>
            </a:r>
          </a:p>
          <a:p>
            <a:r>
              <a:rPr lang="en-US" dirty="0"/>
              <a:t>Age, ejection fraction, and serum creatinine levels differed between mortality groups</a:t>
            </a:r>
          </a:p>
          <a:p>
            <a:r>
              <a:rPr lang="en-US" dirty="0"/>
              <a:t>Ejection fraction showed a statistically significant difference between both outcome groups</a:t>
            </a:r>
          </a:p>
          <a:p>
            <a:r>
              <a:rPr lang="en-US" dirty="0"/>
              <a:t>Resource: </a:t>
            </a:r>
            <a:r>
              <a:rPr lang="en-US" dirty="0" err="1">
                <a:hlinkClick r:id="rId2"/>
              </a:rPr>
              <a:t>pandas.DataFrame.plot.box</a:t>
            </a:r>
            <a:r>
              <a:rPr lang="en-US" dirty="0">
                <a:hlinkClick r:id="rId2"/>
              </a:rPr>
              <a:t> — pandas 3.0.6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3176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249165-F638-412C-8E0A-DFB7045CA2E0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313</TotalTime>
  <Words>207</Words>
  <Application>Microsoft Office PowerPoint</Application>
  <PresentationFormat>Custom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Euphemia</vt:lpstr>
      <vt:lpstr>Serenity 16x9</vt:lpstr>
      <vt:lpstr>Heart Failure Clinical Records</vt:lpstr>
      <vt:lpstr>Introduction</vt:lpstr>
      <vt:lpstr>Data Sources</vt:lpstr>
      <vt:lpstr>Methodologies</vt:lpstr>
      <vt:lpstr>Ejection Fraction by Mortality</vt:lpstr>
      <vt:lpstr>Serum Creatinine Box Plot</vt:lpstr>
      <vt:lpstr>Distribution of Age by Mortality</vt:lpstr>
      <vt:lpstr>Mortality Rate by Age Group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Chen</dc:creator>
  <cp:lastModifiedBy>Angela Chen</cp:lastModifiedBy>
  <cp:revision>1</cp:revision>
  <dcterms:created xsi:type="dcterms:W3CDTF">2026-09-30T16:57:29Z</dcterms:created>
  <dcterms:modified xsi:type="dcterms:W3CDTF">2026-09-30T22:11:09Z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